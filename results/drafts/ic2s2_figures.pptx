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but Not Novel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Embedding-Based Analysis Reveals Systematic Differences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AI-Generated and Human-Written Research Proposals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A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IC2S2 Submission — Compiled Figures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1 — UMAP: Proposals + PubMed Articles by Source and Model</a:t>
            </a:r>
            <a:endParaRPr lang="en-US" sz="1800" dirty="0"/>
          </a:p>
        </p:txBody>
      </p:sp>
      <p:pic>
        <p:nvPicPr>
          <p:cNvPr id="4" name="Image 0" descr="/Users/eveyhuang/Documents/NICO/human-AI-proposal-comparison/results/figures/novelty_embedding_space_detai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18388"/>
            <a:ext cx="11640312" cy="52784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2 — Within-Group Diversity and Novelty by Model (Cliff's δ)</a:t>
            </a:r>
            <a:endParaRPr lang="en-US" sz="1800" dirty="0"/>
          </a:p>
        </p:txBody>
      </p:sp>
      <p:pic>
        <p:nvPicPr>
          <p:cNvPr id="4" name="Image 0" descr="/Users/eveyhuang/Documents/NICO/human-AI-proposal-comparison/results/figures/pairwise_diversity_by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63070"/>
            <a:ext cx="5705856" cy="3989060"/>
          </a:xfrm>
          <a:prstGeom prst="rect">
            <a:avLst/>
          </a:prstGeom>
        </p:spPr>
      </p:pic>
      <p:pic>
        <p:nvPicPr>
          <p:cNvPr id="5" name="Image 1" descr="/Users/eveyhuang/Documents/NICO/human-AI-proposal-comparison/results/figures/novelty_analy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1761677"/>
            <a:ext cx="5705856" cy="379184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4476" y="731520"/>
            <a:ext cx="0" cy="585216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3 — Semantic Segregation: GMM Clusters and Topic Prevalence by Source</a:t>
            </a:r>
            <a:endParaRPr lang="en-US" sz="1800" dirty="0"/>
          </a:p>
        </p:txBody>
      </p:sp>
      <p:pic>
        <p:nvPicPr>
          <p:cNvPr id="4" name="Image 0" descr="/Users/eveyhuang/Documents/NICO/human-AI-proposal-comparison/results/figures/cluster_analysis_visu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72070"/>
            <a:ext cx="5820156" cy="5171060"/>
          </a:xfrm>
          <a:prstGeom prst="rect">
            <a:avLst/>
          </a:prstGeom>
        </p:spPr>
      </p:pic>
      <p:pic>
        <p:nvPicPr>
          <p:cNvPr id="5" name="Image 1" descr="/Users/eveyhuang/Documents/NICO/human-AI-proposal-comparison/results/figures/topic_distribution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621953"/>
            <a:ext cx="5591556" cy="20712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208776" y="731520"/>
            <a:ext cx="0" cy="585216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4 — AI Evaluation Quality: Self-Preference Bias and Cross-Evaluator Scores</a:t>
            </a:r>
            <a:endParaRPr lang="en-US" sz="1800" dirty="0"/>
          </a:p>
        </p:txBody>
      </p:sp>
      <p:pic>
        <p:nvPicPr>
          <p:cNvPr id="4" name="Image 0" descr="/Users/eveyhuang/Documents/NICO/human-AI-proposal-comparison/results/figures/quality/self_pref_regression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380489"/>
            <a:ext cx="5705856" cy="2554222"/>
          </a:xfrm>
          <a:prstGeom prst="rect">
            <a:avLst/>
          </a:prstGeom>
        </p:spPr>
      </p:pic>
      <p:pic>
        <p:nvPicPr>
          <p:cNvPr id="5" name="Image 1" descr="/Users/eveyhuang/Documents/NICO/human-AI-proposal-comparison/results/figures/quality/quality_overall_boxplot_proposal_level_cross_eval_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776" y="2377613"/>
            <a:ext cx="5705856" cy="255997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4476" y="731520"/>
            <a:ext cx="0" cy="585216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2026-03-03T23:55:29Z</dcterms:created>
  <dcterms:modified xsi:type="dcterms:W3CDTF">2026-03-03T23:55:29Z</dcterms:modified>
</cp:coreProperties>
</file>